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13736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科技蓝-深蓝渐变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175551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大萧条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2921794"/>
            <a:ext cx="6210300" cy="1052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大萧条是1929-1939年席卷全球的经济危机，其爆发源于结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构性脆弱，罗斯福新政以政府干预扭转危机，并深刻影响了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二战与凯恩斯主义。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37294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繁荣与崩溃 · 1920年代美国虚假繁荣与1929年股市崩盘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39717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深层原因 · 收入分配不均、农业危机、银行脆弱、信贷泡沫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大萧条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7756" y="6489859"/>
              <a:ext cx="28304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1929年10月29日黑色星期二，道琼斯指数暴跌22%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虚假繁荣与系统性脆弱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08088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1920年代的虚假繁荣掩盖了收入分配不均、农业萧条、银行脆弱和信贷泡沫等系统性风险，最终导致1929年股市崩溃和社会全面危机。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4310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74570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炫耀性消费与虚假繁荣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46045"/>
            <a:ext cx="3263122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1920年代美国工业生产增长26%，股市飙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升，但消费靠信贷支撑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94310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27457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黑色星期二股市崩盘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646045"/>
            <a:ext cx="321811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 xml:space="preserve">1929年10月29日道琼斯指数暴跌22%，3 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00亿美元蒸发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94310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27457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收入分配严重不均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64604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上层阶级收入增长快于大众，储蓄过剩，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投资过热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33400" y="402907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6280" y="436054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农业长期萧条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4732020"/>
            <a:ext cx="34199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农产品价格下跌，农场主收入仅非农30%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17682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317682" y="402907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00562" y="436054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银行体系脆弱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01324" y="473202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众多独立银行缺乏储备，一家倒闭引发挤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兑潮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02918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02918" y="402907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85798" y="436054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信贷消费泡沫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6560" y="4732020"/>
            <a:ext cx="329012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分期付款销售额从20亿增至35亿美元，透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支未来需求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大萧条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6628" y="6489859"/>
              <a:ext cx="2752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1929年6月工业生产指数126（1923-1925=100）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54914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罗斯福新政：三R框架力挽狂澜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27592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罗斯福以'三R'为核心的新政，通过金融整顿、以工代赈和社会改革，稳定了经济，恢复了信心，并为现代国家干预经济奠定了基础。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27804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复兴 (Recovery) — 金融整顿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40210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紧急银行法整顿银行，停止黄金出口，美元贬值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566" y="3094673"/>
            <a:ext cx="47105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通过许可证制度恢复14771家银行开业，美元贬值40.94%增强出口竞争力。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575209"/>
            <a:ext cx="17587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紧急银行法后14771家银行重新开业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103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10300" y="196215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93180" y="2293620"/>
            <a:ext cx="2444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救济 (Relief) — 以工代赈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3942" y="2665095"/>
            <a:ext cx="45934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民间资源保护队、联邦紧急救济署，提供公共工程就业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5466" y="3254693"/>
            <a:ext cx="46540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招募200万青年参与造林，工程兴办署雇佣2300万人，修建机场、学校等。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" y="4010025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6280" y="4341495"/>
            <a:ext cx="25942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改革 (Reform) — 社会保障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7042" y="4712970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社会保障法、公平劳动标准法、累进税制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566" y="5302568"/>
            <a:ext cx="41522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65岁退休养老金，失业保险，每周40小时工时，最低工资40美分。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新政效果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942" y="4712970"/>
            <a:ext cx="32958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1935年起经济指标回升，失业大幅下降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95466" y="5302568"/>
            <a:ext cx="4774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国民生产总值从742亿美元增至2049亿美元，失业人数从1700万降至800万。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8" name="Line 2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大萧条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98706" y="6489859"/>
              <a:ext cx="21085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紧急银行法后14771家银行重新开业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大萧条的深远影响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凯恩斯主义、法西斯崛起与二战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1950244"/>
            <a:ext cx="10821924" cy="7484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75"/>
              </a:lnSpc>
            </a:pPr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大萧条催生了凯恩斯主义国家干预理论，加速了法西斯势力的抬头，并直接导致了第二次世</a:t>
            </a:r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界大战的爆发，同时为苏联工业化提供了机遇。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凯恩斯主义兴起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042" y="3750945"/>
            <a:ext cx="3257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政府干预经济成为主流，告别自由放任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16754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凯恩斯主义成为战后经济政策基础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法西斯与二战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德国、日本走上侵略扩张道路，希特勒上台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苏联工业发展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3257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大萧条期间苏联未受影响，加速工业化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制度变革启示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3257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危机促使社会保障和金融监管体系建立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大萧条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40354" y="6489859"/>
              <a:ext cx="2025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凯恩斯主义成为战后经济政策基础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2026-07-10T15:49:27Z</dcterms:created>
  <dcterms:modified xsi:type="dcterms:W3CDTF">2026-07-10T15:49:27Z</dcterms:modified>
  <cp:category/>
  <cp:contentStatus/>
</cp:coreProperties>
</file>