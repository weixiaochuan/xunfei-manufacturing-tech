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2563EB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163A8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科技蓝渐变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423511"/>
            <a:ext cx="6398895" cy="13477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4500"/>
              </a:lnSpc>
            </a:pPr>
            <a:r>
              <a:rPr lang="zh-CN" sz="398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增材制造质量控制与工艺优</a:t>
            </a:r>
            <a:r>
              <a:rPr lang="zh-CN" sz="398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2921794"/>
            <a:ext cx="6210300" cy="1052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88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增材制造的质量控制是一个贯穿设计、成形、检测和后处理</a:t>
            </a:r>
            <a:r>
              <a:rPr lang="zh-CN" sz="188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的系统工程，理解各环节的约束与关联是稳定制造合格零件</a:t>
            </a:r>
            <a:r>
              <a:rPr lang="zh-CN" sz="188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的基础。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418171"/>
            <a:ext cx="5869305" cy="4010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425"/>
              </a:lnSpc>
            </a:pPr>
            <a:r>
              <a:rPr lang="zh-CN" sz="1120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工艺链概览 · 增材制造以数字模型为基础，通过材料逐层堆积形成零件，常见工艺包括SLM、</a:t>
            </a:r>
            <a:r>
              <a:rPr lang="zh-CN" sz="1120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LDED、FDM和SLA。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894421"/>
            <a:ext cx="5747861" cy="4010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425"/>
              </a:lnSpc>
            </a:pPr>
            <a:r>
              <a:rPr lang="zh-CN" sz="1120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质量控制逻辑 · 质量控制必须贯穿设计、制造和后处理全过程，涉及工艺参数、过程监测、</a:t>
            </a:r>
            <a:r>
              <a:rPr lang="zh-CN" sz="1120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后处理与验证放行。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38BDF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9488" y="52082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科技蓝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01 / 05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78783" y="648557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增材制造质量控制与工艺优化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0801" y="6489859"/>
              <a:ext cx="40243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增材制造是一类以数字模型为基础、通过材料逐层堆积形成零件的制造方法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61337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设计约束：把工艺规则嵌入结构方案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本页核心观点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深蓝科技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516630"/>
            <a:ext cx="3623310" cy="1221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设计阶段需评估零件是否适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合增材制造，通过几何约束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优化降低后期试错成本。</a:t>
            </a:r>
          </a:p>
        </p:txBody>
      </p:sp>
      <p:sp>
        <p:nvSpPr>
          <p:cNvPr id="11" name="Line 11"/>
          <p:cNvSpPr/>
          <p:nvPr/>
        </p:nvSpPr>
        <p:spPr>
          <a:xfrm>
            <a:off x="5162550" y="18669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2" name="Line 12"/>
          <p:cNvSpPr/>
          <p:nvPr/>
        </p:nvSpPr>
        <p:spPr>
          <a:xfrm>
            <a:off x="5162550" y="31146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几何约束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631450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壁厚过薄会导致成形不稳定，悬垂角过大增加支撑和后处理成本，封闭空腔可能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造成未熔粉末难以清理。</a:t>
            </a:r>
          </a:p>
        </p:txBody>
      </p:sp>
      <p:sp>
        <p:nvSpPr>
          <p:cNvPr id="15" name="Line 15"/>
          <p:cNvSpPr/>
          <p:nvPr/>
        </p:nvSpPr>
        <p:spPr>
          <a:xfrm>
            <a:off x="5162550" y="3276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38BDF8"/>
            </a:solidFill>
          </a:ln>
        </p:spPr>
      </p:sp>
      <p:sp>
        <p:nvSpPr>
          <p:cNvPr id="16" name="Line 16"/>
          <p:cNvSpPr/>
          <p:nvPr/>
        </p:nvSpPr>
        <p:spPr>
          <a:xfrm>
            <a:off x="5162550" y="45243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49377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承力构件设计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884295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避免把关键受力面直接放在粗糙支撑接触区。</a:t>
            </a:r>
          </a:p>
        </p:txBody>
      </p:sp>
      <p:sp>
        <p:nvSpPr>
          <p:cNvPr id="19" name="Line 19"/>
          <p:cNvSpPr/>
          <p:nvPr/>
        </p:nvSpPr>
        <p:spPr>
          <a:xfrm>
            <a:off x="5162550" y="46863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20" name="Line 20"/>
          <p:cNvSpPr/>
          <p:nvPr/>
        </p:nvSpPr>
        <p:spPr>
          <a:xfrm>
            <a:off x="5162550" y="59340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90347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设计规则的作用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5293995"/>
            <a:ext cx="65017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设计规则不是限制创新，而是把工艺约束提前纳入结构方案，减少后期试错。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3" name="Line 2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02 / 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78783" y="648557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增材制造质量控制与工艺优化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18901" y="6489859"/>
              <a:ext cx="54681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壁厚过薄会导致成形不稳定，悬垂角过大会增加支撑和后处理成本，封闭空腔可能造成未熔粉末难以清理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工艺参数与过程控制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本页核心观点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亮蓝科技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321368"/>
            <a:ext cx="3923348" cy="1611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激光功率、扫描速度、层厚、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道间距和预热温度共同决定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能量密度，参数不当会导致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孔隙、残余应力和组织缺陷。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能量密度控制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57384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激光功率、扫描速度、层厚、道间距和预热温度共同决定能量密度。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扫描策略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63109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连续长扫描会积累热量并引起翘曲，分区扫描和层间旋转可降低残余应力。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粉末状态管理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57384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粉末的粒度分布、含氧量、流动性和循环使用次数影响铺粉均匀性。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15050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过程记录与SPC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573" y="5646896"/>
            <a:ext cx="668118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实际生产中常把参数窗口、粉末批次和设备状态一起记录，形成可追溯的过程数据。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03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78783" y="648557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增材制造质量控制与工艺优化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62924" y="6489859"/>
              <a:ext cx="35801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激光功率、扫描速度、层厚、道间距和预热温度共同决定能量密度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2255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缺陷检测与后处理工艺链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制造前仿真、制造中监测、制造后检测需与后处理工艺协同，形成质量闭环。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4310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704850" y="372427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04850" y="209550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151" y="21993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1793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制造前仿真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342" y="2569845"/>
            <a:ext cx="40210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用仿真预测热变形和支撑风险，提前规避问题。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4438" y="3045142"/>
            <a:ext cx="4581525" cy="328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00"/>
              </a:lnSpc>
            </a:pPr>
            <a:r>
              <a:rPr lang="zh-CN" sz="90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热变形仿真可预测打印过程中的变形量和残余应力分布，支撑风险仿真识别悬垂区域是否需</a:t>
            </a:r>
            <a:r>
              <a:rPr lang="zh-CN" sz="90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要额外支撑。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4438" y="3556159"/>
            <a:ext cx="18975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制造前可用仿真预测热变形和支撑风险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10300" y="194310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6381750" y="372427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6381750" y="2095500"/>
            <a:ext cx="342900" cy="3429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07051" y="21993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88480" y="21793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制造中监测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89242" y="2569845"/>
            <a:ext cx="516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通过熔池监测、铺粉图像、温度场记录和声音信号发现异常。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90766" y="3205162"/>
            <a:ext cx="454456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熔池监测可实时捕捉熔池尺寸与形态异常，铺粉图像检测铺粉均匀性，温度场</a:t>
            </a:r>
            <a:r>
              <a:rPr lang="zh-CN" sz="10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记录发现局部过热区域。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33400" y="3990975"/>
            <a:ext cx="5448300" cy="1895475"/>
          </a:xfrm>
          <a:prstGeom prst="roundRect">
            <a:avLst>
              <a:gd name="adj" fmla="val 3015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704850" y="581025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704850" y="414337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0151" y="424719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1580" y="422719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制造后检测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2342" y="4617720"/>
            <a:ext cx="4712303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使用三坐标测量、工业CT、金相分析、硬度测试和拉伸试验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验证结果。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3866" y="5275898"/>
            <a:ext cx="4557903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CT适合识别内部孔隙和未熔合缺陷，金相适合观察组织和熔池边界，三坐标更</a:t>
            </a:r>
            <a:r>
              <a:rPr lang="zh-CN" sz="10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适合尺寸与形位误差。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10300" y="3990975"/>
            <a:ext cx="5448300" cy="1895475"/>
          </a:xfrm>
          <a:prstGeom prst="roundRect">
            <a:avLst>
              <a:gd name="adj" fmla="val 3015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30" name="Line 30"/>
          <p:cNvSpPr/>
          <p:nvPr/>
        </p:nvSpPr>
        <p:spPr>
          <a:xfrm>
            <a:off x="6381750" y="581025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381750" y="4143375"/>
            <a:ext cx="342900" cy="3429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07051" y="424719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88480" y="422719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后处理工艺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89242" y="4617720"/>
            <a:ext cx="469430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去支撑和喷砂改善表面状态，热处理释放残余应力并调整组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织，热等静压降低内部孔隙，机械加工保证装配精度。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90766" y="5275898"/>
            <a:ext cx="454456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后处理不是附加步骤，而是增材制造工艺链的一部分。对于航空、医疗等高可</a:t>
            </a:r>
            <a:r>
              <a:rPr lang="zh-CN" sz="10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靠场景，建立从原材料入厂到批次放行的质量体系。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36" name="Line 36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04 / 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78783" y="648557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增材制造质量控制与工艺优化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29293" y="6489859"/>
              <a:ext cx="22474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制造前可用仿真预测热变形和支撑风险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工程案例与质量体系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本页核心观点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790700"/>
            <a:ext cx="11125200" cy="1162050"/>
          </a:xfrm>
          <a:prstGeom prst="roundRect">
            <a:avLst>
              <a:gd name="adj" fmla="val 4918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762250"/>
            <a:ext cx="11125200" cy="190500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963" y="2126456"/>
            <a:ext cx="11470005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质量控制是从方案选择到服役评价的系统工程，质量体系确保一次成功转化为可重复制造。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33400" y="4229100"/>
            <a:ext cx="5457825" cy="323850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6280" y="3360420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冷却通道模具案例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8566" y="3751898"/>
            <a:ext cx="5331333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增材制造可实现更均匀的温度控制，但内表面粗糙、残粉清理不足或热处理不稳定会影</a:t>
            </a:r>
            <a:r>
              <a:rPr lang="zh-CN" sz="10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响模具寿命。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308634"/>
            <a:ext cx="517943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复杂冷却通道模具可通过增材制造实现更均匀的温度控制，但如果通道内表面粗糙、残粉清理不足或热处…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00775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6372225" y="44577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83655" y="336042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轻量化支架案例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417" y="3750945"/>
            <a:ext cx="523436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晶格杆径、节点过渡和构建方向必须与载荷路径匹配，否则局部应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力集中会抵消轻量化收益。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704850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16280" y="4960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质量体系要素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5351145"/>
            <a:ext cx="523436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原材料入厂、设备校准、参数锁定、过程记录、检测报告到批次放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行。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00775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6372225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83655" y="4960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教学转化目标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4417" y="5351145"/>
            <a:ext cx="523436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学生应理解设计选择如何影响支撑和残余应力，参数窗口如何影响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孔隙和组织，检测方法如何服务于缺陷定位。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05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78783" y="648557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增材制造质量控制与工艺优化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55175" y="6489859"/>
              <a:ext cx="61956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复杂冷却通道模具可通过增材制造实现更均匀的温度控制，但如果通道内表面粗糙、残粉清理不足或热处理制度不稳定…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2026-07-19T12:37:21Z</dcterms:created>
  <dcterms:modified xsi:type="dcterms:W3CDTF">2026-07-19T12:37:21Z</dcterms:modified>
  <cp:category/>
  <cp:contentStatus/>
</cp:coreProperties>
</file>