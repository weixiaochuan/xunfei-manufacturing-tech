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科技蓝渐变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423511"/>
            <a:ext cx="6398895" cy="13477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500"/>
              </a:lnSpc>
            </a:pPr>
            <a:r>
              <a:rPr lang="zh-CN" sz="398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增材制造质量控制与工艺优</a:t>
            </a:r>
            <a:r>
              <a:rPr lang="zh-CN" sz="398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2921794"/>
            <a:ext cx="6210300" cy="1052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增材制造的质量控制是一个贯穿设计、成形、检测和后处理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的系统工程，理解各环节的约束与关联是稳定制造合格零件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的基础。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418171"/>
            <a:ext cx="5869305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工艺链概览 · 增材制造以数字模型为基础，通过材料逐层堆积形成零件，常见工艺包括SLM、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LDED、FDM和SLA。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894421"/>
            <a:ext cx="5747861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质量控制逻辑 · 质量控制必须贯穿设计、制造和后处理全过程，涉及工艺参数、过程监测、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后处理与验证放行。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0801" y="6489859"/>
              <a:ext cx="40243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增材制造是一类以数字模型为基础、通过材料逐层堆积形成零件的制造方法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133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设计约束：把工艺规则嵌入结构方案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深蓝科技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623310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设计阶段需评估零件是否适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合增材制造，通过几何约束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优化降低后期试错成本。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1276350"/>
          </a:xfrm>
          <a:prstGeom prst="roundRect">
            <a:avLst>
              <a:gd name="adj" fmla="val 447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62550" y="1847850"/>
            <a:ext cx="649605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345430" y="21793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几何约束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954" y="2550795"/>
            <a:ext cx="6412992" cy="43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75"/>
              </a:lnSpc>
            </a:pPr>
            <a:r>
              <a:rPr lang="zh-CN" sz="12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壁厚过薄会导致成形不稳定，悬垂角过大增加支撑和后处理成本，封闭空腔可能造成未熔粉</a:t>
            </a:r>
            <a:r>
              <a:rPr lang="zh-CN" sz="12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末难以清理。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3257550"/>
            <a:ext cx="6496050" cy="1276350"/>
          </a:xfrm>
          <a:prstGeom prst="roundRect">
            <a:avLst>
              <a:gd name="adj" fmla="val 447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162550" y="3257550"/>
            <a:ext cx="649605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345430" y="35890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承力构件设计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960495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避免把关键受力面直接放在粗糙支撑接触区。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4667250"/>
            <a:ext cx="6496050" cy="1276350"/>
          </a:xfrm>
          <a:prstGeom prst="roundRect">
            <a:avLst>
              <a:gd name="adj" fmla="val 447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162550" y="4667250"/>
            <a:ext cx="649605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45430" y="49987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设计规则的作用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5370195"/>
            <a:ext cx="65017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设计规则不是限制创新，而是把工艺约束提前纳入结构方案，减少后期试错。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18901" y="6489859"/>
              <a:ext cx="54681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壁厚过薄会导致成形不稳定，悬垂角过大会增加支撑和后处理成本，封闭空腔可能造成未熔粉末难以清理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工艺参数与过程控制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亮蓝科技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923348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激光功率、扫描速度、层厚、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道间距和预热温度共同决定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能量密度，参数不当会导致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孔隙、残余应力和组织缺陷。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能量密度控制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5738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激光功率、扫描速度、层厚、道间距和预热温度共同决定能量密度。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扫描策略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63109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连续长扫描会积累热量并引起翘曲，分区扫描和层间旋转可降低残余应力。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粉末状态管理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5738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粉末的粒度分布、含氧量、流动性和循环使用次数影响铺粉均匀性。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15050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过程记录与SPC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573" y="5646896"/>
            <a:ext cx="66811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实际生产中常把参数窗口、粉末批次和设备状态一起记录，形成可追溯的过程数据。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62924" y="6489859"/>
              <a:ext cx="35801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激光功率、扫描速度、层厚、道间距和预热温度共同决定能量密度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缺陷检测与后处理工艺链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192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制造前仿真、制造中监测、制造后检测需与后处理工艺协同，形成质量闭环。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2427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0955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793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制造前仿真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69845"/>
            <a:ext cx="40210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用仿真预测热变形和支撑风险，提前规避问题。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438" y="3045142"/>
            <a:ext cx="4581525" cy="328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热变形仿真可预测打印过程中的变形量和残余应力分布，支撑风险仿真识别悬垂区域是否需</a:t>
            </a:r>
            <a:r>
              <a:rPr lang="zh-CN" sz="9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要额外支撑。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438" y="3556159"/>
            <a:ext cx="18975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制造前可用仿真预测热变形和支撑风险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10300" y="194310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81750" y="372427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81750" y="20955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07051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88480" y="21793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制造中监测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89242" y="2569845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通过熔池监测、铺粉图像、温度场记录和声音信号发现异常。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90766" y="3205162"/>
            <a:ext cx="45445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熔池监测可实时捕捉熔池尺寸与形态异常，铺粉图像检测铺粉均匀性，温度场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记录发现局部过热区域。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33400" y="3990975"/>
            <a:ext cx="5448300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04850" y="58102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704850" y="414337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0151" y="42471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1580" y="42271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制造后检测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2342" y="4617720"/>
            <a:ext cx="471230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使用三坐标测量、工业CT、金相分析、硬度测试和拉伸试验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验证结果。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3866" y="5275898"/>
            <a:ext cx="4557903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CT适合识别内部孔隙和未熔合缺陷，金相适合观察组织和熔池边界，三坐标更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适合尺寸与形位误差。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10300" y="3990975"/>
            <a:ext cx="5448300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6381750" y="58102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381750" y="414337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7051" y="42471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8480" y="42271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后处理工艺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89242" y="4617720"/>
            <a:ext cx="469430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去支撑和喷砂改善表面状态，热处理释放残余应力并调整组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织，热等静压降低内部孔隙，机械加工保证装配精度。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0766" y="5275898"/>
            <a:ext cx="45445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后处理不是附加步骤，而是增材制造工艺链的一部分。对于航空、医疗等高可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靠场景，建立从原材料入厂到批次放行的质量体系。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36" name="Line 36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29293" y="6489859"/>
              <a:ext cx="22474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制造前可用仿真预测热变形和支撑风险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工程案例与质量体系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11470005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质量控制是从方案选择到服役评价的系统工程，质量体系确保一次成功转化为可重复制造。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冷却通道模具案例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566" y="3751898"/>
            <a:ext cx="5331333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增材制造可实现更均匀的温度控制，但内表面粗糙、残粉清理不足或热处理不稳定会影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响模具寿命。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51794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复杂冷却通道模具可通过增材制造实现更均匀的温度控制，但如果通道内表面粗糙、残粉清理不足或热处…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轻量化支架案例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晶格杆径、节点过渡和构建方向必须与载荷路径匹配，否则局部应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力集中会抵消轻量化收益。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质量体系要素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原材料入厂、设备校准、参数锁定、过程记录、检测报告到批次放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行。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教学转化目标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学生应理解设计选择如何影响支撑和残余应力，参数窗口如何影响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孔隙和组织，检测方法如何服务于缺陷定位。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78783" y="648557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增材制造质量控制与工艺优化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5175" y="6489859"/>
              <a:ext cx="61956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复杂冷却通道模具可通过增材制造实现更均匀的温度控制，但如果通道内表面粗糙、残粉清理不足或热处理制度不稳定…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2026-07-19T12:37:19Z</dcterms:created>
  <dcterms:modified xsi:type="dcterms:W3CDTF">2026-07-19T12:37:19Z</dcterms:modified>
  <cp:category/>
  <cp:contentStatus/>
</cp:coreProperties>
</file>