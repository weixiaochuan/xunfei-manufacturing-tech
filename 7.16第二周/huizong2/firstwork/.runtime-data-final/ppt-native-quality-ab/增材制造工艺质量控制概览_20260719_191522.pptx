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163A8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科技蓝主色调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69077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增材制造工艺质量控制概览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093244"/>
            <a:ext cx="6210300" cy="709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增材制造的核心是将数字模型转化为可靠零件，质量控制覆</a:t>
            </a:r>
            <a:r>
              <a:rPr lang="zh-CN" sz="188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盖工艺全链路。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56377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课程定位 · 面向机械制造课程学习者，讲解增材制造从设计到成品的质量形成过程。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984909"/>
            <a:ext cx="38203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核心问题 · 数字模型如何通过逐层累积转化为可靠零件？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38BDF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01 / 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4209" y="6489859"/>
              <a:ext cx="43575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增材制造是一类以数字模型为基础、通过材料逐层累积形成实体零件的制造方法。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工艺流程与关键参数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从三维模型到成形件的步骤与影响因素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流程感主题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623310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典型流程包括建模、切片、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路径规划、逐层成形和后处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理，关键参数决定熔池稳定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性。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典型流程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573" y="2475071"/>
            <a:ext cx="67622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三维建模 → 模型切片 → 路径规划 → 材料铺送/熔融 → 逐层成形 → 后处理 → 质量检测。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2135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关键参数（金属增材）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激光功率、扫描速度、层厚、道间距、保护气氛、粉末状态。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能量密度影响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68833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能量密度过低：未熔合孔隙；能量密度过高：飞溅、球化、钥孔孔洞、组织粗化。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粉末质量因素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4784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粉末粒径分布、含氧量、重复使用次数影响铺粉均匀性。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02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85493" y="6489859"/>
              <a:ext cx="51350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典型流程包括三维建模、模型切片、路径规划、材料铺送或熔融、逐层成形、后处理和质量检测。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质量风险与缺陷来源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成形前中后三阶段的质量影响因素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风险分析主题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923348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质量风险分布于成形前、中、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后三个阶段，需要全链条控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制。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162550" y="1847850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7371398" y="1981200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326380" y="2193608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成形前风险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4089" y="2074545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模型方向、支撑策略、切片参数影响热累积和残余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应力。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162550" y="2905125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8" name="Line 18"/>
          <p:cNvSpPr/>
          <p:nvPr/>
        </p:nvSpPr>
        <p:spPr>
          <a:xfrm>
            <a:off x="7371398" y="3038475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26380" y="3250882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成形中风险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4089" y="3131820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熔池波动、铺粉缺陷、热梯度引发孔洞、裂纹、翘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曲或尺寸偏差。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162550" y="3962400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7371398" y="4095750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326380" y="4308158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成形后风险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74089" y="4189095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热处理、去支撑、机加工、表面处理改变最终尺寸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和性能。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162550" y="5019675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7371398" y="5153025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326380" y="5365432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全链条控制理念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74089" y="5246370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质量控制不能只看最终零件，而要覆盖工艺链全过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程。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03 / 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85047" y="6489859"/>
              <a:ext cx="31359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质量风险主要来自三个阶段：成形前、成形中、成形后。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检测反馈与闭环控制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在线监测与离线检测构成质量闭环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循环反馈主题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923348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在线监测和离线检测相结合，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把经验调参转化为有证据的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工艺优化。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在线监测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4975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熔池图像、层面相机、声学信号、温度数据识别异常趋势。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离线检测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45934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尺寸测量、显微组织观察、无损检测、力学性能测试。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数据关联与优化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将过程数据、缺陷记录和检测结果关联，建立参数调整依据。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闭环意义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4784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使增材制造从单次打印变为可追溯、可优化的系统工程。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04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85270" y="6489859"/>
              <a:ext cx="41354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在线监测可以利用熔池图像、层面相机、声学信号和温度数据识别异常趋势。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工程应用价值与结论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71014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增材制造的工程化是将设计、材料、设备、参数、监测、后处理和检测连成可追溯系统。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航空航天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关注减重和可靠性，复杂结构整体成形减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少装配。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7682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17682" y="1962150"/>
            <a:ext cx="3555682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0562" y="2293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医疗植入物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1324" y="266509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注重个性化和生物相容性，定制化需求突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出。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02918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02918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85798" y="2293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模具行业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560" y="266509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随形冷却水路提升生产效率，冷却均匀性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依赖工艺控制。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426018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426018" y="4010025"/>
            <a:ext cx="3555682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608898" y="43414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教学要点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09659" y="471297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讲清工艺流程、参数影响、缺陷机制和检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测闭环，比单纯展示设备更高效。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10300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10300" y="401002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3180" y="434149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3942" y="471297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增材制造工程化是设计、材料、设备、参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数、监测、后处理、检测的系统集成。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05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29739" y="6489859"/>
              <a:ext cx="4246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增材制造在航空航天、医疗植入物、模具冷却水路和教学样件中有代表性应用。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2026-07-19T11:15:22Z</dcterms:created>
  <dcterms:modified xsi:type="dcterms:W3CDTF">2026-07-19T11:15:22Z</dcterms:modified>
  <cp:category/>
  <cp:contentStatus/>
</cp:coreProperties>
</file>