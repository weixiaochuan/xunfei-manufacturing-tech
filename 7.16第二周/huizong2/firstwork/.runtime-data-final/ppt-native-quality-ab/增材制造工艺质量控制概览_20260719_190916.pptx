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科技蓝主题封面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69077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增材制造工艺质量控制概览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093244"/>
            <a:ext cx="6210300" cy="709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增材制造的核心价值在于将数字模型直接转化为可靠零件，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实现复杂结构的快速制造。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59406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核心概念 · 增材制造是以数字模型为基础，通过材料逐层累积形成实体零件的制造方法。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39717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学习目标 · 掌握从数字模型到成形件的质量闭环控制理念。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74209" y="6489859"/>
              <a:ext cx="43575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增材制造是一类以数字模型为基础、通过材料逐层累积形成实体零件的制造方法。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工艺流程与关键参数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从三维模型到成形件的步骤与控制点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科技蓝流程主题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623310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增材制造工艺由一系列步骤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组成，每个步骤的参数设置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直接影响最终质量。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典型流程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573" y="2475071"/>
            <a:ext cx="6843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三维建模 → 模型切片 → 路径规划 → 材料铺送或熔融 → 逐层成形 → 后处理 → 质量检测。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关键参数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激光功率、扫描速度、层厚、道间距、保护气氛、粉末状态。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能量密度影响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68833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能量密度过低：未熔合孔隙；能量密度过高：飞溅、球化、钥孔孔洞、组织粗化。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粉末状态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粉末粒径分布、含氧量、重复使用次数影响铺粉均匀性。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85493" y="6489859"/>
              <a:ext cx="51350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典型流程包括三维建模、模型切片、路径规划、材料铺送或熔融、逐层成形、后处理和质量检测。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质量风险与缺陷来源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45571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质量控制必须覆盖工艺链全过程，而非仅关注最终零件。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成形前风险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模型方向、支撑策略、切片参数影响热累积和残余应力。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566" y="3094673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不合理的取向可能导致翘曲或开裂。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575209"/>
            <a:ext cx="33413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成形前，模型方向、支撑策略和切片参数会影响热累积和残余应力。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103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10300" y="196215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93180" y="2293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成形中风险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3942" y="2665095"/>
            <a:ext cx="55476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熔池波动、铺粉缺陷、热梯度引发孔洞、裂纹、翘曲或尺寸偏差。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5466" y="3254693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这是缺陷产生的主要阶段，需要实时监测。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" y="4010025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6280" y="43414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成形后风险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7042" y="4712970"/>
            <a:ext cx="4975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热处理、去支撑、机加工、表面处理改变最终尺寸和性能。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566" y="5302568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后处理步骤可能引入新缺陷或改变原有状态。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全过程理念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942" y="4712970"/>
            <a:ext cx="55476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质量控制不能只看最终零件，要覆盖从设计到后处理的全部环节。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95466" y="5302568"/>
            <a:ext cx="297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只有系统性地管理，才能获得一致可靠的零件。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8" name="Line 2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07393" y="6489859"/>
              <a:ext cx="36912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成形前，模型方向、支撑策略和切片参数会影响热累积和残余应力。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检测反馈与闭环控制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4667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通过在线监测与离线检测形成质量优化回路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科技蓝闭环主题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516630"/>
            <a:ext cx="3923348" cy="1221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将过程数据与缺陷记录关联，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将经验调参转化为有证据的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工艺优化。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在线监测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熔池图像、层面相机、声学信号、温度数据。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离线检测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45934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尺寸测量、显微组织观察、无损检测、力学性能测试。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数据关联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将过程数据、缺陷记录和检测结果关联，建立参数调整依据。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闭环价值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40210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实现可追溯的质量系统，提升一致性和可靠性。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85270" y="6489859"/>
              <a:ext cx="41354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在线监测可以利用熔池图像、层面相机、声学信号和温度数据识别异常趋势。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工程应用价值与结论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7379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增材制造的工程化需要将设计、材料、设备、监测、后处理和检测连成可追溯系统。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航空应用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关注减重和可靠性，适合复杂结构件制造。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96215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医疗应用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665095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个性化植入物，强调生物相容性和定制化。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模具应用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665095"/>
            <a:ext cx="32577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随形冷却水路，提升注塑效率和寿命。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426018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426018" y="401002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08898" y="43414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教学重点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09659" y="471297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理解工艺流程、参数影响、缺陷机制和检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测闭环。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942" y="4712970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增材制造工程化不仅是材料堆叠，而是可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追溯的系统。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29739" y="6489859"/>
              <a:ext cx="4246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增材制造在航空航天、医疗植入物、模具冷却水路和教学样件中有代表性应用。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2026-07-19T11:09:15Z</dcterms:created>
  <dcterms:modified xsi:type="dcterms:W3CDTF">2026-07-19T11:09:15Z</dcterms:modified>
  <cp:category/>
  <cp:contentStatus/>
</cp:coreProperties>
</file>