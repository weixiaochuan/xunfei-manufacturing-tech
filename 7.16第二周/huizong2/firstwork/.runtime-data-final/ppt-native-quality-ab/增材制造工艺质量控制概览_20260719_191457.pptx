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科技蓝封面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69077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增材制造工艺质量控制概览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210300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增材制造的核心挑战在于将数字模型可靠转化为满足性能要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求的实体零件，需要覆盖全流程的质量控制。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418171"/>
            <a:ext cx="5604986" cy="4010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定义 · 以数字模型为基础，通过材料逐层累积形成实体零件的制造方法。适用于复杂内部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结构、轻量化构件和小批量快速迭代。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51833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核心价值 · 缩短设计到样件的转换周期，实现传统工艺难以加工的几何特征。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4209" y="6489859"/>
              <a:ext cx="43575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增材制造是一类以数字模型为基础、通过材料逐层累积形成实体零件的制造方法。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工艺流程与关键参数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826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金属增材制造的熔池稳定性受激光功率、扫描速度、层厚等参数共同影响，需要将材料、设备和零件结构作为整体考虑才能建立稳定工艺窗口。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2405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764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802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602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流程步骤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50795"/>
            <a:ext cx="2741057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三维建模 → 模型切片与路径规划 →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材料铺送 → 激光熔融 → 逐层成形 →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后处理与检测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2405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4489132" y="3743325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4489132" y="207645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14433" y="21802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95862" y="21602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关键参数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6624" y="2550795"/>
            <a:ext cx="2714054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激光功率、扫描速度、层厚、道间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距、保护气氛、粉末状态共同影响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熔池稳定性。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02918" y="192405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8274368" y="374332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274368" y="20764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99668" y="218027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81098" y="21602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能量密度过低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1860" y="2550795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能量密度过低时容易产生未熔合孔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隙，导致零件内部缺陷。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401002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704850" y="58293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704850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51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1580" y="42462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能量密度过高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2342" y="4636770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能量密度过高时可能出现飞溅、球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化、钥孔孔洞和组织粗化。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17682" y="401002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4489132" y="5829300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4489132" y="41624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14433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95862" y="42462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粉末影响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6624" y="4636770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粉末粒径分布、含氧量和重复使用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次数会改变铺粉均匀性。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02918" y="401002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8274368" y="582930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8274368" y="416242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99668" y="426624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81098" y="42462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整体考虑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81860" y="4636770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稳定工艺窗口需要把材料、设备和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零件结构作为整体考虑。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43" name="Line 4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85493" y="6489859"/>
              <a:ext cx="5135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典型流程包括三维建模、模型切片、路径规划、材料铺送或熔融、逐层成形、后处理和质量检测。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质量风险与缺陷来源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成形前、中、后三个阶段的质量控制要点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科技蓝风险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126105"/>
            <a:ext cx="3623310" cy="20021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增材制造的质量风险贯穿成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形前、中、后三个阶段，需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要从模型策略、过程稳定性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和后处理工艺进行系统性控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制。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62550" y="1847850"/>
            <a:ext cx="2208848" cy="923925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7371398" y="198120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326380" y="219360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成形前风险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4089" y="207454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模型方向、支撑策略和切片参数会影响热累积和残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余应力。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162550" y="2905125"/>
            <a:ext cx="2208848" cy="923925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7371398" y="303847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26380" y="3250882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成形中风险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4089" y="3131820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熔池波动、铺粉缺陷和热梯度会引发孔洞、裂纹、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翘曲或尺寸偏差。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162550" y="3962400"/>
            <a:ext cx="2208848" cy="923925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371398" y="409575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326380" y="430815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成形后风险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74089" y="418909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热处理、去支撑、机加工和表面处理会改变最终尺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寸和性能。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162550" y="5019675"/>
            <a:ext cx="2208848" cy="923925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7371398" y="515302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26380" y="5365432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核心原则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74089" y="5246370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质量控制不能只看最终零件，而要覆盖工艺链全过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程。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85493" y="6489859"/>
              <a:ext cx="5135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质量风险主要来自三个阶段。成形前，模型方向、支撑策略和切片参数会影响热累积和残余应力。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检测反馈与闭环控制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在线监测与离线检测结合的参数优化系统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科技蓝反馈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126105"/>
            <a:ext cx="3923348" cy="20021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通过在线监测识别异常趋势、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离线检测验证结果，并将过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程数据、缺陷记录和检测结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果关联起来，可以将经验调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参转化为有证据的工艺优化。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在线监测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53567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利用熔池图像、层面相机、声学信号和温度数据识别异常趋势。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离线检测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5738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使用尺寸测量、显微组织观察、无损检测和力学性能测试验证结果。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数据关联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55476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把过程数据、缺陷记录和检测结果关联起来，建立参数调整依据。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工艺优化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5934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将经验调参转化为有证据的工艺优化，形成质量闭环。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85270" y="6489859"/>
              <a:ext cx="41354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在线监测可以利用熔池图像、层面相机、声学信号和温度数据识别异常趋势。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工程应用价值与课程重点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973" y="912971"/>
            <a:ext cx="10230421" cy="46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725"/>
              </a:lnSpc>
            </a:pP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增材制造的工程化是把设计、材料、设备、参数、监测、后处理和检测连成一个可追溯系统，课程学习应围绕“数字模型如何转化为可靠零件”这</a:t>
            </a:r>
            <a:r>
              <a:rPr lang="zh-CN" sz="12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一主线。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573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85737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1888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航空航天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56032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关注减重和可靠性，利用复杂结构实现性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能提升。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8573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8573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18884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医疗植入物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56032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关注个性化和生物相容性，实现定制化医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疗器件。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8573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85737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18884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模具冷却水路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56032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关注随形冷却带来的效率提升，缩短注塑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循环时间。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3905250"/>
            <a:ext cx="3555682" cy="2066925"/>
          </a:xfrm>
          <a:prstGeom prst="roundRect">
            <a:avLst>
              <a:gd name="adj" fmla="val 276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33400" y="39052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6280" y="42367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教学应用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46081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工艺流程、参数影响、缺陷机制和检测闭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环是教学重点。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17682" y="3905250"/>
            <a:ext cx="3555682" cy="2066925"/>
          </a:xfrm>
          <a:prstGeom prst="roundRect">
            <a:avLst>
              <a:gd name="adj" fmla="val 276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317682" y="39052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00562" y="42367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工程化核心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1324" y="46081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把设计、材料、设备、参数、监测、后处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理和检测连成一个可追溯系统。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02918" y="3905250"/>
            <a:ext cx="3555682" cy="2066925"/>
          </a:xfrm>
          <a:prstGeom prst="roundRect">
            <a:avLst>
              <a:gd name="adj" fmla="val 276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02918" y="39052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5798" y="42367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课程主线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6560" y="4608195"/>
            <a:ext cx="327212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围绕“数字模型如何转化为可靠零件”展开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学习。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29739" y="6489859"/>
              <a:ext cx="4246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增材制造在航空航天、医疗植入物、模具冷却水路和教学样件中有代表性应用。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2026-07-19T11:14:57Z</dcterms:created>
  <dcterms:modified xsi:type="dcterms:W3CDTF">2026-07-19T11:14:57Z</dcterms:modified>
  <cp:category/>
  <cp:contentStatus/>
</cp:coreProperties>
</file>