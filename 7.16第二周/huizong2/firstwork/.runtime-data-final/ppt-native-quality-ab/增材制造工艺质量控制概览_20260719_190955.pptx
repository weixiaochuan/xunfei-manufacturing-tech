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2563EB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163A85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451851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科技蓝主色调，深蓝渐变背景，白色文字，简洁线条装饰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704975"/>
            <a:ext cx="690775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增材制造工艺质量控制概览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3093244"/>
            <a:ext cx="6210300" cy="709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88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增材制造的核心是理解工艺参数对质量的影响，并建立全流</a:t>
            </a:r>
            <a:r>
              <a:rPr lang="zh-CN" sz="188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程的质量闭环。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508659"/>
            <a:ext cx="47290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核心问题 · 如何通过工艺控制将数字模型转化为性能可靠的实体零件？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984909"/>
            <a:ext cx="45169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报告主线 · 工艺流程 → 参数影响 → 缺陷来源 → 检测反馈 → 工程应用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38BDF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8FAF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9488" y="52082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科技蓝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01 / 05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85047" y="6489859"/>
              <a:ext cx="31359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增材制造以数字模型为基础，通过逐层累积形成实体零件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98885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增材制造工艺流程与关键参数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从三维模型到成形件的核心步骤及参数控制要点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916" y="2437448"/>
            <a:ext cx="38027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流程导向，浅蓝底色，深蓝色流程箭头，参数卡片使用科…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321368"/>
            <a:ext cx="3923348" cy="1611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稳定的工艺窗口需要将材料、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设备和零件结构作为整体考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虑，核心参数直接影响熔池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状态。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典型流程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573" y="2475071"/>
            <a:ext cx="658206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三维建模 → 模型切片 → 路径规划 → 材料铺送/熔融 → 逐层成形 → 后处理 → 质量检测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关键参数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49751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激光功率、扫描速度、层厚、道间距、保护气氛、粉末状态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粉末因素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45934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粉末粒径分布、含氧量、重复使用次数影响铺粉均匀性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工艺窗口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192" y="5646420"/>
            <a:ext cx="402101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稳定工艺窗口需整体考虑材料、设备和零件结构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02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41024" y="6489859"/>
              <a:ext cx="5023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典型流程包括三维建模、模型切片、路径规划、材料铺送或熔融、逐层成形、后处理和质量检测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225557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质量风险与缺陷来源分析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成形前、成形中、成形后三阶段风险与典型缺陷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916" y="2437448"/>
            <a:ext cx="38027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风险分析，蓝色系，左侧风险卡片用警告色标识，右侧缺…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321368"/>
            <a:ext cx="3623310" cy="1611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质量风险贯穿成形前、中、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后三个阶段，缺陷的根源在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于热累积、熔池波动和残余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应力。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162550" y="1847850"/>
            <a:ext cx="2208848" cy="923925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7371398" y="1981200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326380" y="2193608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成形前风险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74089" y="2074545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模型方向、支撑策略、切片参数影响热累积和残余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应力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162550" y="2905125"/>
            <a:ext cx="2208848" cy="923925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18" name="Line 18"/>
          <p:cNvSpPr/>
          <p:nvPr/>
        </p:nvSpPr>
        <p:spPr>
          <a:xfrm>
            <a:off x="7371398" y="3038475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326380" y="3250882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成形中缺陷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74089" y="3131820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熔池波动、铺粉缺陷、热梯度引发孔洞、裂纹、翘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曲、尺寸偏差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5162550" y="3962400"/>
            <a:ext cx="2208848" cy="923925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7371398" y="4095750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326380" y="4308158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成形后变化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74089" y="4189095"/>
            <a:ext cx="397421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热处理、去支撑、机加工、表面处理改变最终尺寸</a:t>
            </a:r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和性能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162550" y="5019675"/>
            <a:ext cx="2208848" cy="923925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7371398" y="5153025"/>
            <a:ext cx="9525" cy="657225"/>
          </a:xfrm>
          <a:custGeom>
            <a:avLst/>
            <a:gdLst/>
            <a:ahLst/>
            <a:cxnLst/>
            <a:rect l="l" t="t" r="r" b="b"/>
            <a:pathLst>
              <a:path w="9525" h="657225">
                <a:moveTo>
                  <a:pt x="0" y="0"/>
                </a:moveTo>
                <a:lnTo>
                  <a:pt x="0" y="657225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5326380" y="5365432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质量控制核心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74089" y="5246370"/>
            <a:ext cx="36393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不能只看最终零件，必须覆盖工艺链全过程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31" name="Line 31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03 / 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440578" y="6489859"/>
              <a:ext cx="30248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质量风险主要来自三个阶段：成形前、成形中和成形后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检测反馈与闭环控制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在线监测与离线检测结合，形成参数优化的证据链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0E2551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916" y="2437448"/>
            <a:ext cx="380276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闭环控制，浅蓝背景，闭环箭头使用深蓝色带渐变，检测…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321368"/>
            <a:ext cx="3623310" cy="1611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过程数据、缺陷记录和检测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结果关联起来，才能将经验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调参转化为有证据的工艺优</a:t>
            </a:r>
            <a:r>
              <a:rPr lang="zh-CN" sz="22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化。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在线监测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47843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熔池图像、层面相机、声学信号、温度数据追踪异常趋势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离线检测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516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尺寸测量、显微组织观察、无损检测、力学性能测试验证结果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数据关联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36393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将过程数据、缺陷记录和检测结果建立关联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工艺优化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192" y="5646420"/>
            <a:ext cx="287607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从经验调参转向有证据的闭环调整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04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40354" y="6489859"/>
              <a:ext cx="20252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检测和反馈是形成质量闭环的关键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1426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98885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工程应用价值与课程学习重点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B9C6D8"/>
                </a:solidFill>
                <a:latin typeface="Arial"/>
                <a:ea typeface="Microsoft YaHei"/>
                <a:cs typeface="Arial"/>
              </a:rPr>
              <a:t>从航空航天到教学样件，质量闭环是工程化的基石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163A85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790700"/>
            <a:ext cx="11125200" cy="1162050"/>
          </a:xfrm>
          <a:prstGeom prst="roundRect">
            <a:avLst>
              <a:gd name="adj" fmla="val 4918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762250"/>
            <a:ext cx="11125200" cy="190500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963" y="2126456"/>
            <a:ext cx="11756241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增材制造工程化的本质是建立设计、材料、设备、参数、监测、后处理与检测的可追溯系统。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33400" y="4229100"/>
            <a:ext cx="5457825" cy="323850"/>
          </a:xfrm>
          <a:prstGeom prst="rect">
            <a:avLst/>
          </a:prstGeom>
          <a:solidFill>
            <a:srgbClr val="0E255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6280" y="33604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应用场景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8566" y="3751898"/>
            <a:ext cx="5471351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航空航天（减重与可靠性）、医疗植入物（个性化与生物相容性）、模具（随形冷却）、</a:t>
            </a:r>
            <a:r>
              <a:rPr lang="zh-CN" sz="10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教学样件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308634"/>
            <a:ext cx="517943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航空航天结构关注减重和可靠性，医疗植入物关注个性化和生物相容性，模具行业关注随形冷却带来的效…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00775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6372225" y="44577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83655" y="33604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课程学习重点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417" y="3750945"/>
            <a:ext cx="36393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工艺流程、参数影响、缺陷机制、检测闭环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704850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16280" y="49606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工程化核心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5351145"/>
            <a:ext cx="554760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把设计、材料、设备、参数、监测、后处理、检测连成可追溯系统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00775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1C2737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6372225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163A8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83655" y="4960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质量闭环总结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4417" y="5351145"/>
            <a:ext cx="37252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8FAFC"/>
                </a:solidFill>
                <a:latin typeface="Arial"/>
                <a:ea typeface="Microsoft YaHei"/>
                <a:cs typeface="Arial"/>
              </a:rPr>
              <a:t>数字模型 → 工艺控制 → 质量检测 → 反馈优化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4" cy="327659"/>
            <a:chOff x="528638" y="6334125"/>
            <a:chExt cx="11134724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163A8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B9C6D8"/>
                  </a:solidFill>
                  <a:latin typeface="Arial"/>
                  <a:ea typeface="Arial"/>
                  <a:cs typeface="Arial"/>
                </a:rPr>
                <a:t>05 / 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99941" y="6485572"/>
              <a:ext cx="14634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增材制造工艺质量控制概览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52309" y="6489859"/>
              <a:ext cx="58013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B9C6D8"/>
                  </a:solidFill>
                  <a:latin typeface="Arial"/>
                  <a:ea typeface="Microsoft YaHei"/>
                  <a:cs typeface="Arial"/>
                </a:rPr>
                <a:t>依据 · 航空航天结构关注减重和可靠性，医疗植入物关注个性化和生物相容性，模具行业关注随形冷却带来的效率提升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2026-07-19T11:09:55Z</dcterms:created>
  <dcterms:modified xsi:type="dcterms:W3CDTF">2026-07-19T11:09:55Z</dcterms:modified>
  <cp:category/>
  <cp:contentStatus/>
</cp:coreProperties>
</file>